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37BBE4-0C24-446B-9425-C65B2D302F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2B97EE-F560-4A57-A61B-3BDFA32CD9F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2026-09-03T20:47:04Z</dcterms:created>
  <dc:creator/>
  <dc:description/>
  <dc:language>en-US</dc:language>
  <cp:lastModifiedBy/>
  <dcterms:modified xsi:type="dcterms:W3CDTF">2026-09-03T20:47:38Z</dcterms:modified>
  <cp:revision>2</cp:revision>
  <dc:subject/>
  <dc:title/>
</cp:coreProperties>
</file>